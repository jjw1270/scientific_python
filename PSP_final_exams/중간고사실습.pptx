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8A0B7-C14F-4298-80F7-2052D995D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F56B2B-8563-48E4-BB8C-441EF13A6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3385A8-4F3C-4ADD-A25E-791CC2AEC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956FCA-FD02-48AC-86B8-9342C9F2C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3E6F15-407A-4081-AC80-600B2ECD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60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53ADE-00A9-4B29-B637-DD8C339E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A097C-1411-451E-8B26-151842107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1B240A-8EA6-43F4-BD4F-7D4432D65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2A97DE-5207-4929-A8C4-63A25FA97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C1FAF-5209-4CB1-A12A-4C892B9E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02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3A46E-FB76-4F7B-81E7-E7E58AC0C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FD7165-BCB4-4132-896B-15398A481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255417-F7E4-47AF-B4D3-9938EB22C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44A62B-F43E-416F-9BA6-6F20117F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6CEF69-E19C-4A80-A9C6-F54EDB23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53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FF2D4-3312-4B38-B4C7-6133AF0A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29A25E-848C-41FD-8D51-09E2F128F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72D775-0386-42A8-8865-D70C7C33D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D26E6D-8BFF-488D-B413-391C85B8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203713-2414-47E1-9C06-517F1DFB8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4FE1A1-E2BB-4104-BFF9-214D9106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91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F19D6E-4356-410E-A0AD-1FADF15C1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46E969-A7B4-464F-BAD9-1AEA050F2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F3EA50-51EF-40DB-B71F-38E1A0845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79E8CC-D60E-4328-93F4-80BE5AAFF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B71CE7-5AE9-4E21-A6DC-A1DDBDB5F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686448-1B35-4296-940C-0BC05C3CA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BEAFF6-D7A4-46C4-B83C-EA014AE2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6B4F16-0DF9-4F17-87F9-CCCC8F38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97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60A26-46B0-425F-9172-13233E1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74B2F9-4B24-412C-B09B-7311676C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35D108-D311-4AB2-9215-13CA473E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FE688-5086-4548-857B-E1F50F94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6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DF152D-052D-4839-B5C3-1A1D4AC5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83256C-70D2-4020-BFD2-90972DE5D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D15547-3DC8-4686-8A06-E81F130A7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02335-4BE3-43B7-B2B7-30D829582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B5A026-22F0-4B15-A788-0696046A7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387F65-CCD0-431E-918B-1E1CFF874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C75144-14E8-4C80-8386-5AE69A6C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35C6E-5652-4C2D-86CF-06E85629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E884EF-206F-4573-8314-E27D6442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6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C756B-596C-4222-A98C-8DC4F4BF5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B606B5-A54F-475F-9910-18D979BD7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655510-DC23-4F8F-BE3F-C5E34C82E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20770E-C0BB-492D-9A4D-E7C9FD54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E51610-A4CE-46CD-9826-2B70F35E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D9D97F-1D25-47BF-8CD0-BFEFDFB7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103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17A75-E8BA-4440-BF9F-BAF3FCD9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03C83F-4620-445D-904C-24501981D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AB3B2E-002B-4BCF-8FA1-B9FBE7557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47B117-4949-4DE3-8653-6C0A2EA0F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6C6540-0247-4D65-B3DC-2A3308141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49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342FCF-7A42-4421-A4EF-0F2E0178B1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28F793-5B6E-4910-BEA2-C1CB9CC68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B73979-4047-461E-9491-4FCDC88F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1E494C-7444-47E8-9125-92DC898A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2E2509-E7C4-4D4F-A3EC-8D5C94E4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25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691522-688E-4AC0-AE70-1CC75D6D4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D2D718-0E78-4C54-B3BB-811077E4F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49F3DF-E696-42B0-BB14-ACC73B87A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23D82-AC65-4A9D-BD84-F645BD2D3228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5EC64-06EE-4217-B8A5-E398F0680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59D4B7-67A9-4240-ADB0-6B7CF0949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8FD88-4255-4C42-A44E-7D9ED2CB2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93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B7E7EA-0A7E-4F44-8CD6-23D921803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87" y="218035"/>
            <a:ext cx="11479707" cy="653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7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BA1CA7-A9F3-4FFC-A22C-0FFEA782D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30" y="4955"/>
            <a:ext cx="10765410" cy="680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7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95FEDB-7E16-4C32-8398-67168D0B0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60" y="1187777"/>
            <a:ext cx="11890972" cy="448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1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BA6368-498D-4D4F-B91C-877ED403D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27" y="1036948"/>
            <a:ext cx="12361130" cy="504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2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E93723-BC22-4294-BCF0-EFF90C66C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11" y="1102936"/>
            <a:ext cx="12585214" cy="504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02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651489-9362-4CFA-AE28-628E33E1D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72" y="290564"/>
            <a:ext cx="11563649" cy="634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7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1D0957-A67D-4D18-8BE8-FCDFAEBD9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11" y="414780"/>
            <a:ext cx="11860259" cy="609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18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C1A24F-CED7-4747-9135-7585D8330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83" y="641022"/>
            <a:ext cx="12565698" cy="588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77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4DBEA8-712F-492D-BEE4-D7ECC654A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324" y="119681"/>
            <a:ext cx="7993299" cy="659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624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A061853-937B-4CC3-9DB9-6625A60C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30" y="166666"/>
            <a:ext cx="10993894" cy="662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32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EAD75C-5241-4458-9B42-DB5678B69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9523"/>
            <a:ext cx="12192000" cy="415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06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93BCA3-6B52-4206-A17D-2AC0C5D71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65" y="-130954"/>
            <a:ext cx="7598004" cy="68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9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BB095E-3879-4436-A868-0415DD2D4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81" y="1495155"/>
            <a:ext cx="11917438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29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ABC7499-A851-451E-A984-063D40101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73" y="688157"/>
            <a:ext cx="10968991" cy="563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30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0</Words>
  <Application>Microsoft Office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21631</dc:creator>
  <cp:lastModifiedBy>21631</cp:lastModifiedBy>
  <cp:revision>7</cp:revision>
  <dcterms:created xsi:type="dcterms:W3CDTF">2021-04-16T22:14:46Z</dcterms:created>
  <dcterms:modified xsi:type="dcterms:W3CDTF">2021-04-17T05:57:49Z</dcterms:modified>
</cp:coreProperties>
</file>